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75" autoAdjust="0"/>
    <p:restoredTop sz="94660"/>
  </p:normalViewPr>
  <p:slideViewPr>
    <p:cSldViewPr snapToGrid="0">
      <p:cViewPr varScale="1">
        <p:scale>
          <a:sx n="126" d="100"/>
          <a:sy n="126" d="100"/>
        </p:scale>
        <p:origin x="306" y="53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-6" y="-18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3D28C-C667-1B6F-71FD-826AEA3908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1DB41C-86CD-274A-16F2-055041792D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5D397-F7DA-64C4-A680-952903FC5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53BDD-03BE-41F4-9D39-DB089AF9FB9C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DEDE5A-2427-38AB-BC96-E8A2BDB6D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7FD452-EE7D-BF2E-EC31-DEC6AE419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11A43-D428-44B9-8F93-956B9147B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328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3911E-40EB-736D-F6CE-B83B3E215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F42F4-FC82-942D-347A-E791D7AA83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24A50D-ACC7-243B-DF31-B7CB7BD53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53BDD-03BE-41F4-9D39-DB089AF9FB9C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2535E-E2D2-CA40-99DA-2C2F02E62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E25CBE-EF0C-69A7-61F8-82AC036F7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11A43-D428-44B9-8F93-956B9147B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462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11D87-6B25-1178-445B-138006AE0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5E72C-6B94-530E-7331-715A2A222F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ECCD1-B99C-D73A-10F2-D20087BD2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53BDD-03BE-41F4-9D39-DB089AF9FB9C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30173B-396A-94D3-DDB4-73AD6F018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499F2-3F2B-8C26-ACC0-9756AA049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11A43-D428-44B9-8F93-956B9147B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439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C27AE-8896-2C8C-BDE1-069FA63DA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8FA19-45EB-5F3C-2FA0-DA693DE323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3B015-A2A6-2626-F706-BFA2B4C826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1EC39F-1C4A-41C5-4EF0-9626865B2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53BDD-03BE-41F4-9D39-DB089AF9FB9C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5653F4-0E13-89B3-FA6F-950826079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B9207E-D5AC-5334-EAC3-92CF0257F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11A43-D428-44B9-8F93-956B9147B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672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639AB-3310-A8DC-4EDE-ED25F531B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8A4A17-18FB-B626-B722-54216BEA93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4A1CC1-F153-E678-C139-47D7127878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9CC6C4-4A5E-50CE-2459-9FE8A15F92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C69837-892C-BC91-FA6E-327DB90CB7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9EA994-2C11-FBDA-2B4F-DDF009AB1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53BDD-03BE-41F4-9D39-DB089AF9FB9C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4F3C8C-AECF-4E5F-2727-228D306DF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CBD1CB-9630-8E3F-24F2-55609FBD9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11A43-D428-44B9-8F93-956B9147B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586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77B75-8686-A29D-DBA2-812B42436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E3C092-23E4-09B6-C9BD-DC2FF03ED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53BDD-03BE-41F4-9D39-DB089AF9FB9C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B0319-667F-E298-C304-73877A6D3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6934B6-8948-0EAF-DB2D-B3FC693D5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11A43-D428-44B9-8F93-956B9147B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882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D4D99E-C311-5CFD-7B4A-6582A9AB1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53BDD-03BE-41F4-9D39-DB089AF9FB9C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727B10-EDD6-BA9D-F815-0392C4D25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B8488D-2834-A288-53A0-6B642BB32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11A43-D428-44B9-8F93-956B9147B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397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EEA83-87C6-4433-6347-42579D401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B1461-1F63-258F-6096-4367F4D0B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76DE99-58AB-C46F-C1AC-039531097A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7A4651-88A5-0FA8-B463-D0027E7B4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53BDD-03BE-41F4-9D39-DB089AF9FB9C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78EF1C-FAEE-5B0A-DE6F-C79DFFC1A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383D9E-B99C-A94A-1F41-58E1818C1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11A43-D428-44B9-8F93-956B9147B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4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B2E20-E38C-A90B-67E0-1ECE049E7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F10E09-D930-6594-0A10-72E998787C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90C5DE-31A6-6E7D-161C-B53C86737E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3F3390-E867-FF3E-2F6A-1B9F11FE3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53BDD-03BE-41F4-9D39-DB089AF9FB9C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3F43E2-EEC0-62B7-EEB6-F43C4E23C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EAB4C6-0F5A-E0CB-F9E9-10F7BADB5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11A43-D428-44B9-8F93-956B9147B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653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9A81A-FCCF-1C2A-2338-919A47AB4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5AD777-5379-8609-EA4A-57DDC684EA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63CACB-5739-3FCE-FA1D-B8F066DDC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53BDD-03BE-41F4-9D39-DB089AF9FB9C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26A588-107D-7EA2-8BD3-C42E549FC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52119B-DA49-FB38-4BD4-FBBFE23D0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11A43-D428-44B9-8F93-956B9147B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385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86153D-36B2-3976-8F3F-37966EF798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88CE1A-D295-26D9-C366-9A6578F2C7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4FF2E-2312-3761-BC37-2F3D17EE2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53BDD-03BE-41F4-9D39-DB089AF9FB9C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871A3E-9238-08B9-FE50-69237B34F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A1D34-C261-FA1E-FC11-15E5C48DF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11A43-D428-44B9-8F93-956B9147B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837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992B2A-4F06-6F62-C435-D95B6F047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570033-5BD9-7BC5-00FE-A2E94A1DC4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992CE-524B-1329-6B16-4324185DCF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853BDD-03BE-41F4-9D39-DB089AF9FB9C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C3F50A-B88B-2B3E-5DEE-4F51382964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90E7AE-3299-8BA2-4CED-BB8C37C8F1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B11A43-D428-44B9-8F93-956B9147B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820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microsoft.com/office/2007/relationships/hdphoto" Target="../media/hdphoto1.wdp"/><Relationship Id="rId7" Type="http://schemas.openxmlformats.org/officeDocument/2006/relationships/image" Target="../media/image5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dog and cat sitting on the floor&#10;&#10;AI-generated content may be incorrect.">
            <a:extLst>
              <a:ext uri="{FF2B5EF4-FFF2-40B4-BE49-F238E27FC236}">
                <a16:creationId xmlns:a16="http://schemas.microsoft.com/office/drawing/2014/main" id="{314DADE7-63F3-CB8D-9DD2-6BFCE9E18DA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3160"/>
            <a:ext cx="9776460" cy="617484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42C0D68-D2F9-7561-546A-739BCC334A18}"/>
              </a:ext>
            </a:extLst>
          </p:cNvPr>
          <p:cNvSpPr/>
          <p:nvPr/>
        </p:nvSpPr>
        <p:spPr>
          <a:xfrm>
            <a:off x="0" y="0"/>
            <a:ext cx="12192000" cy="68921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5" descr="Paw prints with solid fill">
            <a:extLst>
              <a:ext uri="{FF2B5EF4-FFF2-40B4-BE49-F238E27FC236}">
                <a16:creationId xmlns:a16="http://schemas.microsoft.com/office/drawing/2014/main" id="{56AE8AB4-4D51-438D-0389-F3CE855F9F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0"/>
            <a:ext cx="613954" cy="6139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76AA101-755E-D6A1-CEAF-E0DA952FAF64}"/>
              </a:ext>
            </a:extLst>
          </p:cNvPr>
          <p:cNvSpPr txBox="1"/>
          <p:nvPr/>
        </p:nvSpPr>
        <p:spPr>
          <a:xfrm>
            <a:off x="751964" y="79970"/>
            <a:ext cx="37057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Paws Animal Rescue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738767-AD13-9454-FD92-1A59962EBE39}"/>
              </a:ext>
            </a:extLst>
          </p:cNvPr>
          <p:cNvSpPr txBox="1"/>
          <p:nvPr/>
        </p:nvSpPr>
        <p:spPr>
          <a:xfrm>
            <a:off x="4595707" y="306977"/>
            <a:ext cx="7734303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Home	 Adopt	 Get Involved       How It Works       About	Contact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AF18F4-9BB8-6951-6AD5-AC5BBD14AC9A}"/>
              </a:ext>
            </a:extLst>
          </p:cNvPr>
          <p:cNvSpPr txBox="1"/>
          <p:nvPr/>
        </p:nvSpPr>
        <p:spPr>
          <a:xfrm>
            <a:off x="0" y="782344"/>
            <a:ext cx="96393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Find your new best friend!</a:t>
            </a:r>
          </a:p>
          <a:p>
            <a:r>
              <a:rPr lang="en-US" sz="3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Paws Animal Resuce connects loving families with pets in need of a forever home.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E6C166-F409-181A-296A-550FF91EF030}"/>
              </a:ext>
            </a:extLst>
          </p:cNvPr>
          <p:cNvSpPr txBox="1"/>
          <p:nvPr/>
        </p:nvSpPr>
        <p:spPr>
          <a:xfrm>
            <a:off x="3195397" y="5990174"/>
            <a:ext cx="2246243" cy="369332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View Adoptable Pets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6851B2-5D0A-DE46-9BE8-DFC4B493C4A9}"/>
              </a:ext>
            </a:extLst>
          </p:cNvPr>
          <p:cNvSpPr txBox="1"/>
          <p:nvPr/>
        </p:nvSpPr>
        <p:spPr>
          <a:xfrm>
            <a:off x="169297" y="5990174"/>
            <a:ext cx="2246243" cy="369332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How Adoption Works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636DE6-CEA9-D5C3-7A35-8DFDCADCD9BC}"/>
              </a:ext>
            </a:extLst>
          </p:cNvPr>
          <p:cNvSpPr txBox="1"/>
          <p:nvPr/>
        </p:nvSpPr>
        <p:spPr>
          <a:xfrm>
            <a:off x="9879744" y="763259"/>
            <a:ext cx="2312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Featured Friends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FDD56C6-866B-CB7D-0922-4C59333FCD96}"/>
              </a:ext>
            </a:extLst>
          </p:cNvPr>
          <p:cNvSpPr/>
          <p:nvPr/>
        </p:nvSpPr>
        <p:spPr>
          <a:xfrm>
            <a:off x="9828102" y="1132590"/>
            <a:ext cx="2312256" cy="57254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A close up of a cat&#10;&#10;AI-generated content may be incorrect.">
            <a:extLst>
              <a:ext uri="{FF2B5EF4-FFF2-40B4-BE49-F238E27FC236}">
                <a16:creationId xmlns:a16="http://schemas.microsoft.com/office/drawing/2014/main" id="{75A8F0B4-57CC-DC2E-86E9-A0FA4D109E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8246" y="1206638"/>
            <a:ext cx="2131968" cy="2263140"/>
          </a:xfrm>
          <a:prstGeom prst="rect">
            <a:avLst/>
          </a:prstGeom>
          <a:ln w="28575">
            <a:solidFill>
              <a:schemeClr val="accent2"/>
            </a:solidFill>
          </a:ln>
          <a:effectLst>
            <a:softEdge rad="0"/>
          </a:effectLst>
        </p:spPr>
      </p:pic>
      <p:pic>
        <p:nvPicPr>
          <p:cNvPr id="19" name="Picture 18" descr="A close up of a dog&#10;&#10;AI-generated content may be incorrect.">
            <a:extLst>
              <a:ext uri="{FF2B5EF4-FFF2-40B4-BE49-F238E27FC236}">
                <a16:creationId xmlns:a16="http://schemas.microsoft.com/office/drawing/2014/main" id="{41193012-6179-484C-7D13-A8B19CA0490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9557" y="3595877"/>
            <a:ext cx="2128692" cy="1416548"/>
          </a:xfrm>
          <a:prstGeom prst="rect">
            <a:avLst/>
          </a:prstGeom>
          <a:ln w="28575">
            <a:solidFill>
              <a:schemeClr val="accent2"/>
            </a:solidFill>
          </a:ln>
        </p:spPr>
      </p:pic>
      <p:pic>
        <p:nvPicPr>
          <p:cNvPr id="21" name="Picture 20" descr="A cat lying on the floor&#10;&#10;AI-generated content may be incorrect.">
            <a:extLst>
              <a:ext uri="{FF2B5EF4-FFF2-40B4-BE49-F238E27FC236}">
                <a16:creationId xmlns:a16="http://schemas.microsoft.com/office/drawing/2014/main" id="{7E722812-FFE3-820A-0266-363B60E760C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9557" y="5138524"/>
            <a:ext cx="2131968" cy="1596918"/>
          </a:xfrm>
          <a:prstGeom prst="rect">
            <a:avLst/>
          </a:prstGeom>
          <a:ln w="28575">
            <a:solidFill>
              <a:schemeClr val="accent2"/>
            </a:solidFill>
          </a:ln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3C6D12FA-972B-2D68-6966-8C5C8696999A}"/>
              </a:ext>
            </a:extLst>
          </p:cNvPr>
          <p:cNvSpPr txBox="1"/>
          <p:nvPr/>
        </p:nvSpPr>
        <p:spPr>
          <a:xfrm>
            <a:off x="51642" y="3995294"/>
            <a:ext cx="6041756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Why Adopt with Us?</a:t>
            </a:r>
          </a:p>
          <a:p>
            <a:r>
              <a:rPr lang="en-US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We are a non-profit rescue dedicated to matching pets with caring homes. Every adoption includes vaccinations, microchipping, and support after adoption.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225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76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ADLaM Display</vt:lpstr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champion</dc:creator>
  <cp:lastModifiedBy>christopher champion</cp:lastModifiedBy>
  <cp:revision>1</cp:revision>
  <dcterms:created xsi:type="dcterms:W3CDTF">2025-11-23T17:59:04Z</dcterms:created>
  <dcterms:modified xsi:type="dcterms:W3CDTF">2025-11-23T18:56:07Z</dcterms:modified>
</cp:coreProperties>
</file>